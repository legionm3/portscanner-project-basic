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3/27/2026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2169" y="3202503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6C6EBB-597F-CEA2-E411-D8210E2B116D}"/>
              </a:ext>
            </a:extLst>
          </p:cNvPr>
          <p:cNvSpPr txBox="1">
            <a:spLocks/>
          </p:cNvSpPr>
          <p:nvPr/>
        </p:nvSpPr>
        <p:spPr>
          <a:xfrm>
            <a:off x="4700755" y="4456701"/>
            <a:ext cx="3400089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[College Name]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D468F96-767D-7AE9-4D4B-514C52317D97}"/>
              </a:ext>
            </a:extLst>
          </p:cNvPr>
          <p:cNvSpPr txBox="1">
            <a:spLocks/>
          </p:cNvSpPr>
          <p:nvPr/>
        </p:nvSpPr>
        <p:spPr>
          <a:xfrm>
            <a:off x="4161136" y="3834349"/>
            <a:ext cx="3400089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[AICTE ID]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3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[write detail description about your project ]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558</TotalTime>
  <Words>81</Words>
  <Application>Microsoft Office PowerPoint</Application>
  <PresentationFormat>Widescreen</PresentationFormat>
  <Paragraphs>22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Vignesh Mathiyalagan</cp:lastModifiedBy>
  <cp:revision>80</cp:revision>
  <dcterms:created xsi:type="dcterms:W3CDTF">2021-07-11T13:13:15Z</dcterms:created>
  <dcterms:modified xsi:type="dcterms:W3CDTF">2026-03-27T04:04:21Z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